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6868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3000" b="1">
                <a:solidFill>
                  <a:srgbClr val="1A56DB"/>
                </a:solidFill>
                <a:latin typeface="Microsoft YaHei"/>
              </a:rPr>
              <a:t>靠 Prompt，不如让 AI 读懂你的代码库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86868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Microsoft YaHei"/>
              </a:rPr>
              <a:t>Prompt 的四大天花板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8346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1">
                <a:solidFill>
                  <a:srgbClr val="10A37A"/>
                </a:solidFill>
                <a:latin typeface="Microsoft YaHei"/>
              </a:rPr>
              <a:t>AI × Codebase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317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601468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2601468" cy="384048"/>
          </a:xfrm>
          <a:prstGeom prst="rect">
            <a:avLst/>
          </a:prstGeom>
          <a:solidFill>
            <a:srgbClr val="E86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2601468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表达天花板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2382012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2C3345"/>
                </a:solidFill>
                <a:latin typeface="Microsoft YaHei"/>
              </a:rPr>
              <a:t>• Prompt 写得再好，能表达的只是显性知识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C3345"/>
                </a:solidFill>
                <a:latin typeface="Microsoft YaHei"/>
              </a:rPr>
              <a:t>• 穷尽不了代码库的所有隐式规则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C3345"/>
                </a:solidFill>
                <a:latin typeface="Microsoft YaHei"/>
              </a:rPr>
              <a:t>• 命名规范、逻辑约定、边界处理……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8708" y="1508760"/>
            <a:ext cx="2601468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8708" y="1508760"/>
            <a:ext cx="2601468" cy="384048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8708" y="1508760"/>
            <a:ext cx="2601468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容量天花板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8436" y="1965960"/>
            <a:ext cx="2382012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2C3345"/>
                </a:solidFill>
                <a:latin typeface="Microsoft YaHei"/>
              </a:rPr>
              <a:t>• 上下文窗口再大，能塞进去的也有限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C3345"/>
                </a:solidFill>
                <a:latin typeface="Microsoft YaHei"/>
              </a:rPr>
              <a:t>• 装不下整个仓库的架构决策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C3345"/>
                </a:solidFill>
                <a:latin typeface="Microsoft YaHei"/>
              </a:rPr>
              <a:t>• 模块边界、依赖关系、演进历史……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1508760"/>
            <a:ext cx="2601468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1508760"/>
            <a:ext cx="2601468" cy="384048"/>
          </a:xfrm>
          <a:prstGeom prst="rect">
            <a:avLst/>
          </a:prstGeom>
          <a:solidFill>
            <a:srgbClr val="10A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1508760"/>
            <a:ext cx="2601468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记忆天花板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1965960"/>
            <a:ext cx="2382012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2C3345"/>
                </a:solidFill>
                <a:latin typeface="Microsoft YaHei"/>
              </a:rPr>
              <a:t>• 模型能力再强、再智能，也没有项目记忆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C3345"/>
                </a:solidFill>
                <a:latin typeface="Microsoft YaHei"/>
              </a:rPr>
              <a:t>• 不知道你的项目有什么约定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C3345"/>
                </a:solidFill>
                <a:latin typeface="Microsoft YaHei"/>
              </a:rPr>
              <a:t>• 代码风格、设计模式、团队习惯……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38844" y="1508760"/>
            <a:ext cx="2601468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38844" y="1508760"/>
            <a:ext cx="2601468" cy="384048"/>
          </a:xfrm>
          <a:prstGeom prst="rect">
            <a:avLst/>
          </a:prstGeom>
          <a:solidFill>
            <a:srgbClr val="E86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8844" y="1508760"/>
            <a:ext cx="2601468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时效天花板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8572" y="1965960"/>
            <a:ext cx="2382012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2C3345"/>
                </a:solidFill>
                <a:latin typeface="Microsoft YaHei"/>
              </a:rPr>
              <a:t>• 教得再多，也追不上变化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C3345"/>
                </a:solidFill>
                <a:latin typeface="Microsoft YaHei"/>
              </a:rPr>
              <a:t>• 规则随代码演进，永远追不上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C3345"/>
                </a:solidFill>
                <a:latin typeface="Microsoft YaHei"/>
              </a:rPr>
              <a:t>• 重构、新需求、技术债、团队更替……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806440"/>
            <a:ext cx="1109167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10972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2C3345"/>
                </a:solidFill>
                <a:latin typeface="Microsoft YaHei"/>
              </a:rPr>
              <a:t>Prompt 的局限：显性表达有限 · 上下文容量有限 · 无项目记忆 · 追不上持续变化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355080"/>
            <a:ext cx="11091672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A56DB"/>
                </a:solidFill>
                <a:latin typeface="Microsoft YaHei"/>
              </a:rPr>
              <a:t>靠 Prompt，不如让 AI 直接读懂你的代码库和规则。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