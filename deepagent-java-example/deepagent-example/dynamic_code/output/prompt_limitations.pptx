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6868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3000" b="1">
                <a:solidFill>
                  <a:srgbClr val="1A56DB"/>
                </a:solidFill>
                <a:latin typeface="Microsoft YaHei"/>
              </a:rPr>
              <a:t>靠 Prompt 不如让 AI 直接读懂你的代码库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868680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Microsoft YaHei"/>
              </a:rPr>
              <a:t>Prompt 的四大局限：表达力 · 上下文 · 记忆 · 时效性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65760"/>
            <a:ext cx="283464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1">
                <a:solidFill>
                  <a:srgbClr val="10A37A"/>
                </a:solidFill>
                <a:latin typeface="Microsoft YaHei"/>
              </a:rPr>
              <a:t>DeepAgent · 动态生成 PPT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1091672" cy="3175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45896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5458968" cy="365760"/>
          </a:xfrm>
          <a:prstGeom prst="rect">
            <a:avLst/>
          </a:prstGeom>
          <a:solidFill>
            <a:srgbClr val="E86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5458968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① 表达力局限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5184648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2C3345"/>
                </a:solidFill>
                <a:latin typeface="Microsoft YaHei"/>
              </a:rPr>
              <a:t>Prompt 写得再好，你能表达的，都是显性的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86000"/>
            <a:ext cx="518464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E86E3C"/>
                </a:solidFill>
                <a:latin typeface="Microsoft YaHei"/>
              </a:rPr>
              <a:t>→  穷尽不了代码库的所有隐式规则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78608"/>
            <a:ext cx="518464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YaHei"/>
              </a:rPr>
              <a:t>命名规范、逻辑约定、边界处理……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0488" y="1463040"/>
            <a:ext cx="545896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0488" y="1463040"/>
            <a:ext cx="5458968" cy="36576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8" y="1463040"/>
            <a:ext cx="5458968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② 上下文局限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920240"/>
            <a:ext cx="5184648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2C3345"/>
                </a:solidFill>
                <a:latin typeface="Microsoft YaHei"/>
              </a:rPr>
              <a:t>上下文窗口再大，你能塞进去的，都是有限的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2286000"/>
            <a:ext cx="518464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56DB"/>
                </a:solidFill>
                <a:latin typeface="Microsoft YaHei"/>
              </a:rPr>
              <a:t>→  装不下整个仓库的架构决策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2578608"/>
            <a:ext cx="518464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YaHei"/>
              </a:rPr>
              <a:t>模块边界、依赖关系、演进历史……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611880"/>
            <a:ext cx="545896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611880"/>
            <a:ext cx="5458968" cy="365760"/>
          </a:xfrm>
          <a:prstGeom prst="rect">
            <a:avLst/>
          </a:prstGeom>
          <a:solidFill>
            <a:srgbClr val="10A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611880"/>
            <a:ext cx="5458968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③ 记忆局限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069080"/>
            <a:ext cx="5184648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2C3345"/>
                </a:solidFill>
                <a:latin typeface="Microsoft YaHei"/>
              </a:rPr>
              <a:t>模型能力再强再智能，也没有项目记忆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434840"/>
            <a:ext cx="518464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0A37A"/>
                </a:solidFill>
                <a:latin typeface="Microsoft YaHei"/>
              </a:rPr>
              <a:t>→  不知道你的项目有什么约定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727448"/>
            <a:ext cx="518464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YaHei"/>
              </a:rPr>
              <a:t>代码风格、设计模式、团队习惯……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0488" y="3611880"/>
            <a:ext cx="545896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0488" y="3611880"/>
            <a:ext cx="5458968" cy="3657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0488" y="3611880"/>
            <a:ext cx="5458968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④ 时效性局限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4069080"/>
            <a:ext cx="5184648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2C3345"/>
                </a:solidFill>
                <a:latin typeface="Microsoft YaHei"/>
              </a:rPr>
              <a:t>“教得更好”有天花板，你教得再多，追不上变化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4434840"/>
            <a:ext cx="518464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7C3AED"/>
                </a:solidFill>
                <a:latin typeface="Microsoft YaHei"/>
              </a:rPr>
              <a:t>→  规则随代码演进变化，永远追不上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4727448"/>
            <a:ext cx="518464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YaHei"/>
              </a:rPr>
              <a:t>重构、新需求、技术债、团队更替……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943600"/>
            <a:ext cx="11091672" cy="50292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943600"/>
            <a:ext cx="11091672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结论：靠 Prompt 不如让 AI 直接读懂你的代码库和规则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