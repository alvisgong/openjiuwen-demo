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DeepAgent 开发实战：Skill + Tool + 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以银行贷后「经营流水下滑复核」为例 —— agent-core-java / examples/risk_review_cashflow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5669280" cy="22860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</a:rPr>
              <a:t>① 需求场景与背景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• 银行贷后风险复核：一期 LLM 初评（COT）提示企业 P002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经营流水下滑、收入持续下降、存在负现金流风险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• 复核要求：取真实经营流水数据佐证，只陈述事实，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不做「是否下滑」布尔判断（交主复核决策）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• 工程约束：全 Java 实现，不依赖 Python 脚本执行；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直连 GaussDB（openGauss JDBC，host=localhost:5432）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• 可观测：工具调用参数与返回结果需要全程可见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577840" cy="22860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</a:rPr>
              <a:t>② 整体方案：三层协作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DeepAgent（ReAct 循环编排）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├─ Skill  = 领域知识：SKILL.md 定义触发条件与调用规约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├─ Tool   = 确定性动作：Java 工具直连高斯数据库取数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  └─ Rail   = 切面观测：打印每次工具调用的参数/结果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运行链路：Agent 读 Skill 指引 → 调 cashflow_review 工具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→ GaussDB(emc.emc_llm_flow_analysis) → Rail 实时打印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→ Agent 基于事实数据输出复核意见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520440"/>
            <a:ext cx="1152144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2E7D32"/>
                </a:solidFill>
                <a:latin typeface="微软雅黑"/>
              </a:rPr>
              <a:t>③ 端到端执行流程（实测链路）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用户 Query(P002 流水下滑)  →  DeepAgent(ReAct 1..8 轮)  →  skill_tool 加载 SKILL.md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→  cashflow_review 工具  →  GaussDbClient(JDBC)  →  GaussDB emc 流水表(最新 PT_DT 批次)</a:t>
            </a:r>
          </a:p>
          <a:p>
            <a:r>
              <a:rPr sz="1200">
                <a:solidFill>
                  <a:srgbClr val="333333"/>
                </a:solidFill>
                <a:latin typeface="微软雅黑"/>
              </a:rPr>
              <a:t>→  Rail[beforeToolCall/afterToolCall] 打印参数与结果  →  LLM 汇总输出事实复核意见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892040"/>
            <a:ext cx="3703320" cy="14173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Skill（教 Agent「何时做什么」）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目录: skills/fund_cashflow_review_skill_java/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SKILL.md: front-matter + 触发条件 + 参数契约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由框架 skill_tool 自动注入给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4892040"/>
            <a:ext cx="3703320" cy="1417320"/>
          </a:xfrm>
          <a:prstGeom prst="roundRect">
            <a:avLst/>
          </a:prstGeom>
          <a:solidFill>
            <a:srgbClr val="FDEF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66C00"/>
                </a:solidFill>
                <a:latin typeface="微软雅黑"/>
              </a:rPr>
              <a:t>Tool（替 Agent「动手取数」）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CashflowReviewTool extends Tool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ToolCard 定义 JSON Schema 入参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invoke() 查 GaussDB 返回结构化结果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892040"/>
            <a:ext cx="3703320" cy="14173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A1B9A"/>
                </a:solidFill>
                <a:latin typeface="微软雅黑"/>
              </a:rPr>
              <a:t>Rail（旁观「全过程观测」）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SkillResultPrintRail extends AgentRail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beforeToolCall/afterToolCall 钩子</a:t>
            </a:r>
          </a:p>
          <a:p>
            <a:r>
              <a:rPr sz="1100">
                <a:solidFill>
                  <a:srgbClr val="333333"/>
                </a:solidFill>
                <a:latin typeface="微软雅黑"/>
              </a:rPr>
              <a:t>• 不侵入业务逻辑，可插拔注册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具体实现：四步组装一个 DeepAgent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Skill 指引 → Tool 取数 → Rail 观测 → DeepAgentConfig 组装（均可复用于其他业务场景）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5669280" cy="2377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Step 1  开发 Java 工具（examples/risk_review_cashflow/tools/）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class CashflowReviewTool extends Tool {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// ① ToolCard 声明 ID/描述/入参 JSON Schema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super(ToolCard.builder().id("cashflow_review")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  .inputParams(schema).build());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// ② invoke() 直连 GaussDB 取数（最新 PT_DT 批次）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public Object invoke(inputs, kwargs) {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  GaussDbClient.select(MAIN_CIS=party_id)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  → INCM_AMT_OP/INCM_TXS_OP/EXPNDTR_AMT_OP/EXPNDTR_TXS_OP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  → {success, operating_cashflow, assessment_summary}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577840" cy="2377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2E7D32"/>
                </a:solidFill>
                <a:latin typeface="微软雅黑"/>
              </a:rPr>
              <a:t>Step 2  编写重构版 Skill（skills/…_java/SKILL.md）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---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name: fund_cashflow_review_skill_java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description: 经营流水下滑场景评估（Java tool 版）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---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# 触发条件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一期 COT/结论含：经营流水下滑、负现金流、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收入持续下降、长期无收入。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# 工具调用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直接调用 Java 工具 cashflow_review，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参数 {"party_id": "...", "company_id": "..."}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→ 不再通过 call_mcp 调 Python 脚本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611880"/>
            <a:ext cx="5669280" cy="1874519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A1B9A"/>
                </a:solidFill>
                <a:latin typeface="微软雅黑"/>
              </a:rPr>
              <a:t>Step 3  实现 Rail（examples/risk_review_cashflow/rails/）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public class SkillResultPrintRail extends AgentRail {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@Override public void beforeToolCall(ctx) {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  // 打印工具名 + 调用参数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@Override public void afterToolCall(ctx) {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  // 打印工具返回结果（&gt;2000 字符自动截断）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}}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框架回调链自动触发，无需侵入工具代码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11880"/>
            <a:ext cx="5577840" cy="1874519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66C00"/>
                </a:solidFill>
                <a:latin typeface="微软雅黑"/>
              </a:rPr>
              <a:t>Step 4  组装并启动 DeepAgent（DeepAgentCashflowSkillExample）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DeepAgentConfig.builder()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.model(...).backend(...)          // glm-5.2 / DashScope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.systemPrompt(复核助手提示词)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.skillDirectories(skills父目录)   // 扫描 SKILL.md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.skills(List.of("fund_cashflow_review_skill_java"))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.rails(List.of(new SkillResultPrintRail()))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  .build();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agent.registerHarnessTool(new CashflowReviewTool(db));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agent.invoke(inputs);  // ReAct 循环执行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623560"/>
            <a:ext cx="11521440" cy="10515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2E7D32"/>
                </a:solidFill>
                <a:latin typeface="微软雅黑"/>
              </a:rPr>
              <a:t>验证结果（真实 GaussDB 数据全链路跑通）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Rail 实测输出（run-rail2.log）：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[rail][skill] 调用工具 skill_tool，参数: {"skill_name": "fund_cashflow_review_skill_java"}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[rail][skill] 调用工具 cashflow_review，参数: {"party_id": "P002", "company_id": "C002"}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[rail][skill] 工具 cashflow_review 返回结果: {success=true, operating_cashflow={PT_DT=20260630, INCM_AMT_OP=280000.00, INCM_TXS_OP=90, EXPNDTR_AMT_OP=540000.00, EXPNDTR_TXS_OP=140}, ...}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→ Agent 最终输出：净流出 -260,000 元，收支比 1.93:1；仅陈述事实，布尔判断交主复核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附录：完整代码 —— DeepAgentConfig 组装 &amp; Rail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摘自 examples/risk_review_cashflow/DeepAgentCashflowSkillExample.java 与 examples/risk_review_cashflow/rails/SkillResultPrintRail.java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5669280" cy="4846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A. DeepAgentConfig 组装（buildAgent 方法节选）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private static DeepAgent buildAgent(Path skillDir, Path workspacePath)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Map&lt;String, Object&gt; modelConfig = new LinkedHashMap&lt;&gt;();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modelConfig.put("model", MODEL_NAME);          // glm-5.2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modelConfig.put("temperature", 0.2);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modelConfig.put("max_tokens", 4096);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modelConfig.put("enable_thinking", false);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Map&lt;String, Object&gt; backendConfig = new LinkedHashMap&lt;&gt;();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backendConfig.put("client_provider", MODEL_PROVIDER);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backendConfig.put("api_key", API_KEY);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backendConfig.put("api_base", API_BASE);       // DashScope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backendConfig.put("verify_ssl", true);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DeepAgentConfig config = DeepAgentConfig.builder()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.enableTaskLoop(true)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.enableTaskPlanning(false)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.enableTenantIsolation(false)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.workspacePath(workspacePath.toString())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.systemPrompt(SYSTEM_PROMPT)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.maxIterations(8)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.completionTimeout(180.0)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.language("cn")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.model(modelConfig)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.backend(backendConfig)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// skillDirectories 指向包含各 skill 子目录的父目录（skills/）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.skillDirectories(List.of(skillDir.getParent().toString()))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.skillMode("all")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.skills(List.of("fund_cashflow_review_skill_java"))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// 注册 Rail：打印 skill 相关工具的调用参数与返回结果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.rails(List.of(new SkillResultPrintRail()))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.build();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AgentCard card = AgentCard.builder()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.id(AGENT_ID).name(AGENT_ID)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.description("DeepAgent 经营流水复核（Java tool + GaussDB）")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.build();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Workspace ws = Workspace.builder()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.rootPath(workspacePath.toString()).language("cn").build();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return HarnessFactory.createDeepAgent(card, config, ws);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577840" cy="4846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A1B9A"/>
                </a:solidFill>
                <a:latin typeface="微软雅黑"/>
              </a:rPr>
              <a:t>B. Rail 完整实现（rails/SkillResultPrintRail.java）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public final class SkillResultPrintRail extends AgentRail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private static final int MAX_RESULT_CHARS = 2000;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private static final String TAG = "[rail][skill] ";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@Override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public void beforeToolCall(AgentCallbackContext ctx)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if (!(ctx.getInputs() instanceof ToolCallInputs inputs))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return;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}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System.out.println(TAG + "调用工具 " + inputs.getToolName()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  + "，参数: " + inputs.getToolArgs());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@Override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public void afterToolCall(AgentCallbackContext ctx)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if (!(ctx.getInputs() instanceof ToolCallInputs inputs))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return;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}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System.out.println(TAG + "工具 " + inputs.getToolName()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  + " 返回结果:\n" + TAG + truncate(inputs.getToolResult()));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private static String truncate(Object result)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String text = result == null ? "(null)" : String.valueOf(result);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if (text.length() &lt;= MAX_RESULT_CHARS) {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return text;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}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return text.substring(0, MAX_RESULT_CHARS)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      + "...(截断，共 " + text.length() + " 字符)";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85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89320"/>
            <a:ext cx="11521440" cy="685800"/>
          </a:xfrm>
          <a:prstGeom prst="roundRect">
            <a:avLst/>
          </a:prstGeom>
          <a:solidFill>
            <a:srgbClr val="FDEF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E66C00"/>
                </a:solidFill>
                <a:latin typeface="微软雅黑"/>
              </a:rPr>
              <a:t>注册与触发说明</a:t>
            </a:r>
          </a:p>
          <a:p>
            <a:r>
              <a:rPr sz="1050">
                <a:solidFill>
                  <a:srgbClr val="333333"/>
                </a:solidFill>
                <a:latin typeface="微软雅黑"/>
              </a:rPr>
              <a:t>关键点：① registerHarnessTool(new CashflowReviewTool(dbClient)) 在 DeepAgent 创建后注册工具；② Rails 在 DeepAgentConfig 中声明，框架 ensureInitialized 时挂到回调链；③ instanceof ToolCallInputs 模式匹配过滤非工具类回调（与框架 ToolTrackingRail 同款写法）；④ Rail 不侵入业务代码，加/删一行 .rails(...) 即插拔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Skill 与 Rail 调用时序图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依据 run-rail2.log 实测链路绘制 —— Rail 在每次工具调用前后各触发一次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9" y="1097280"/>
            <a:ext cx="1737360" cy="4114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用户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1508760"/>
            <a:ext cx="0" cy="4617720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67128" y="1097280"/>
            <a:ext cx="1737360" cy="4114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DeepAgent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(ReAct+LLM)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1508760"/>
            <a:ext cx="0" cy="4617720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51376" y="1097280"/>
            <a:ext cx="1737360" cy="411480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Rail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(切面观测)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0056" y="1508760"/>
            <a:ext cx="0" cy="4617720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35624" y="1097280"/>
            <a:ext cx="1737360" cy="4114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skill_tool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04304" y="1508760"/>
            <a:ext cx="0" cy="4617720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9872" y="1097280"/>
            <a:ext cx="1737360" cy="411480"/>
          </a:xfrm>
          <a:prstGeom prst="roundRect">
            <a:avLst/>
          </a:prstGeom>
          <a:solidFill>
            <a:srgbClr val="E6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cashflow_review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(Java Tool)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88552" y="1508760"/>
            <a:ext cx="0" cy="4617720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1097280"/>
            <a:ext cx="1737360" cy="4114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GaussDB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0" y="1508760"/>
            <a:ext cx="0" cy="4617720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51560" y="1847088"/>
            <a:ext cx="1984248" cy="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6947" y="1572768"/>
            <a:ext cx="263347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query（P002 流水下滑提示）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956815"/>
            <a:ext cx="3108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LLM 决策（iter 1/8）：先加载 skill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35808" y="2212848"/>
            <a:ext cx="1984248" cy="0"/>
          </a:xfrm>
          <a:prstGeom prst="line">
            <a:avLst/>
          </a:prstGeom>
          <a:ln w="22225">
            <a:solidFill>
              <a:srgbClr val="6A1B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79676" y="1938528"/>
            <a:ext cx="409651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① beforeToolCall(skill_tool)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35808" y="2578608"/>
            <a:ext cx="3968496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98648" y="2304288"/>
            <a:ext cx="424281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执行 skill_tool(skill_name=...)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035808" y="2944368"/>
            <a:ext cx="3968496" cy="0"/>
          </a:xfrm>
          <a:prstGeom prst="line">
            <a:avLst/>
          </a:prstGeom>
          <a:ln w="2222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14216" y="2670048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SKILL.md 内容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35808" y="3310128"/>
            <a:ext cx="1984248" cy="0"/>
          </a:xfrm>
          <a:prstGeom prst="line">
            <a:avLst/>
          </a:prstGeom>
          <a:ln w="22225">
            <a:solidFill>
              <a:srgbClr val="6A1B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99132" y="3035808"/>
            <a:ext cx="3657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② afterToolCall(SKILL.md)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419855"/>
            <a:ext cx="3108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LLM 按 SKILL.md 规约发起取数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35808" y="3675887"/>
            <a:ext cx="1984248" cy="0"/>
          </a:xfrm>
          <a:prstGeom prst="line">
            <a:avLst/>
          </a:prstGeom>
          <a:ln w="22225">
            <a:solidFill>
              <a:srgbClr val="6A1B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13916" y="3401568"/>
            <a:ext cx="4828032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③ beforeToolCall(cashflow_review)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35808" y="4041648"/>
            <a:ext cx="5952744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71316" y="3767328"/>
            <a:ext cx="468172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{party_id=P002, company_id=C002}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88552" y="4407408"/>
            <a:ext cx="1984248" cy="0"/>
          </a:xfrm>
          <a:prstGeom prst="line">
            <a:avLst/>
          </a:prstGeom>
          <a:ln w="2222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51875" y="4133088"/>
            <a:ext cx="3657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JDBC 查询 emc 流水表（最新 PT_DT）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8988552" y="4773168"/>
            <a:ext cx="1984248" cy="0"/>
          </a:xfrm>
          <a:prstGeom prst="line">
            <a:avLst/>
          </a:prstGeom>
          <a:ln w="2222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810244" y="4498848"/>
            <a:ext cx="234086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流水数据（收入/支出金额与笔数）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035808" y="5138928"/>
            <a:ext cx="5952744" cy="0"/>
          </a:xfrm>
          <a:prstGeom prst="line">
            <a:avLst/>
          </a:prstGeom>
          <a:ln w="2222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68980" y="4864608"/>
            <a:ext cx="5486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{success, operating_cashflow, assessment_summary}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35808" y="5504688"/>
            <a:ext cx="1984248" cy="0"/>
          </a:xfrm>
          <a:prstGeom prst="line">
            <a:avLst/>
          </a:prstGeom>
          <a:ln w="22225">
            <a:solidFill>
              <a:srgbClr val="6A1B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1740" y="5230368"/>
            <a:ext cx="30723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333333"/>
                </a:solidFill>
                <a:latin typeface="微软雅黑"/>
              </a:rPr>
              <a:t>④ afterToolCall(工具结果)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5541264"/>
            <a:ext cx="3108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LLM 汇总（iter 2..3/8）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51560" y="6053328"/>
            <a:ext cx="1984248" cy="0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80643" y="5779008"/>
            <a:ext cx="2926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2E7D32"/>
                </a:solidFill>
                <a:latin typeface="微软雅黑"/>
              </a:rPr>
              <a:t>final answer（事实复核意见）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6355080"/>
            <a:ext cx="11521440" cy="457200"/>
          </a:xfrm>
          <a:prstGeom prst="roundRect">
            <a:avLst/>
          </a:prstGeom>
          <a:solidFill>
            <a:srgbClr val="FDEF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E66C00"/>
                </a:solidFill>
                <a:latin typeface="微软雅黑"/>
              </a:rPr>
              <a:t/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讲解要点：① Rail 共 4 个触发点 = skill_tool / cashflow_review 各一对 beforeToolCall + afterToolCall（成对出现，紫虚线）；② skill_tool 仅首次加载，SKILL.md 进入对话历史，后续轮次复用不再重调；③ 所有请求=实线、返回=灰虚线；Rail 只旁观不改动数据（纯观测切面，即插拔）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附录：工具数据来源 —— emc.emc_llm_flow_analysis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cashflow_review 工具唯一读取的表（经营流水分析，按客户+批次日取最新一行）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5669280" cy="4572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表结构（DDL 节选，★ 为工具读取列）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CREATE TABLE emc.emc_llm_flow_analysis (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main_cis            varchar(64),   -- 客户号（工具入参 party_id）★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-- ① 全口径收支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incm_amt_overall    numeric(18,2),  incm_txs_overall  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expndtr_amt_overall numeric(18,2),  expndtr_txs_overall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-- ② 非经营性（同业）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incm_amt_nonop_same numeric(18,2),  incm_txs_nonop_same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expndtr_amt_nonop_same numeric(18,2), expndtr_txs_nonop_same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-- ③ 非经营性（机构）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incm_amt_nonop_org  numeric(18,2),  incm_txs_nonop_org 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expndtr_amt_nonop_org numeric(18,2), expndtr_txs_nonop_org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-- ④ 经营性（工具实际读取）★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incm_amt_op         numeric(18,2),  incm_txs_op  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expndtr_amt_op      numeric(18,2),  expndtr_txs_op integer,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pt_dt               varchar(8)      -- 批量日 ★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CREATE INDEX idx_emc_flow_main_cis_pt_dt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ON emc_llm_flow_analysis (main_cis, pt_dt DESC);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★ = 工具读取的 6 列：MAIN_CIS / PT_DT / INCM_AMT_OP /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INCM_TXS_OP / EXPNDTR_AMT_OP / EXPNDTR_TXS_OP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1417320"/>
          <a:ext cx="557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14400"/>
                <a:gridCol w="1051560"/>
                <a:gridCol w="960120"/>
                <a:gridCol w="1051560"/>
                <a:gridCol w="822960"/>
              </a:tblGrid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main_cis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pt_dt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INCM_AMT_OP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INCM_TXS_OP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EXPNDTR_AMT_OP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EXPNDTR_TXS_OP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P002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20260531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250,000.00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520,000.00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微软雅黑"/>
                        </a:rPr>
                        <a:t>P002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微软雅黑"/>
                        </a:rPr>
                        <a:t>20260630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微软雅黑"/>
                        </a:rPr>
                        <a:t>280,000.00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微软雅黑"/>
                        </a:rPr>
                        <a:t>540,000.00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P004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20260531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220,000.00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290,000.00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P004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20260630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200,000.00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320,000.00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105156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</a:rPr>
              <a:t>数据样例（全表 4 行；绿色行 = P002 最新批次，工具命中行）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57600"/>
            <a:ext cx="5577840" cy="1965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E66C00"/>
                </a:solidFill>
                <a:latin typeface="微软雅黑"/>
              </a:rPr>
              <a:t>工具取数 SQL 与命中结果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工具执行的 SQL（GaussDbClient.getEmcFlowAnalysis）：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SELECT MAIN_CIS, PT_DT, INCM_AMT_OP, INCM_TXS_OP,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   EXPNDTR_AMT_OP, EXPNDTR_TXS_OP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FROM emc.emc_llm_flow_analysis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WHERE MAIN_CIS = ?            -- 入参 party_id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ORDER BY PT_DT DESC LIMIT 1   -- 最新批量日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→ party_id=P002 命中 20260630：收入 280,000.00 元/90 笔，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支出 540,000.00 元/140 笔 → 净流出 -260,000 元，收支比 1.93:1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806440"/>
            <a:ext cx="1152144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2E7D32"/>
                </a:solidFill>
                <a:latin typeface="微软雅黑"/>
              </a:rPr>
              <a:t>培训材料配套导出物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导出文件（export/ 目录）：emc_llm_flow_analysis_ddl.sql（建表+索引 DDL）、emc_llm_flow_analysis_data.sql（4 行数据 INSERT，带列名）、dump.sh（gs_dump 导出脚本，注意 -t 需 schema 限定名 + --pipeline 传密码）。表全 TEXT/数值存储于 GaussDB，样例实跑取数与 rail 打印一致，已交叉验证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DeepAgent 是怎么构建的 —— 从 Builder 到可运行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摘自 examples/risk_review_cashflow/DeepAgentCashflowSkillExample.java 的 buildAgent() 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88720"/>
            <a:ext cx="3246120" cy="4572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构建流程（5 步）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1  准备 LLM 配置（Map）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modelConfig   : 模型名/温度/max_tokens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backendConfig : OpenAI 兼容协议接入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(client_provider/api_key/api_base)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2  组装运行时配置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DeepAgentConfig.builder()…build()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→ 声明行为开关、迭代上限、Skill/Rail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3  声明 Agent 身份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AgentCard.builder().id(AGENT_ID)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.name(AGENT_ID).description(…)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4  声明工作区（文件沙箱）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Workspace.builder().rootPath(…)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.language("cn")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5  工厂组装 → 可运行 Agent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HarnessFactory.createDeepAgent(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card, config, ws)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运行前收尾（main 中）：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agent.registerHarnessTool(new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CashflowReviewTool(dbClient));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agent.ensureInitialized();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agent.invoke(inputs);  // ReAct 执行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49039" y="1234440"/>
          <a:ext cx="809243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737360"/>
                <a:gridCol w="4480560"/>
              </a:tblGrid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参数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本样例取值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含义说明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enableTaskLoop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自动注册 TaskCompletionRail，评估目标是否达成，防提前结束/空转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enableTaskPlanning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false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不注册 TaskPlanningRail（计划/TODO 拆解），简单链路无需预规划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enableTenantIsolation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不按租户隔离工作区，单租户演示直接共享 workspacePath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workspacePath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临时目录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Agent 文件工具的根目录（read_file/write 等），会话中间文件落此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systemPrompt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复核助手提示词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角色与行为约束：只陈述事实、不做布尔判断、失败如实说明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maxIterations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8（默认 15）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ReAct 循环最大迭代轮数，日志显示为 iteration 1/8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completionTimeout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180.0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单次 invoke 的整体完成超时，超时强制收尾；不设则不限时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language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"cn"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内置提示词与工作区语言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glm-5.2 / t=0.2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模型名 + 推理参数（temperature / max_tokens / 关闭深度思考）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backend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DashScope 兼容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OpenAI 兼容接入：client_provider / api_key / api_base / verify_ssl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skillDirectories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skills/ 父目录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扫描根：每个子目录 = 一个 skill（含 SKILL.md）→ 注册池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skillMode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"all"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all=全文注入系统提示词；auto_list=注册 list_skill 工具按需搜索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skills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白名单 1 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enabledSkills 白名单（空=全启用），过滤注册池决定实际启用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 lIns="54864" rIns="54864"/>
                    <a:lstStyle/>
                    <a:p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</a:rPr>
                        <a:t>rails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SkillResultPrintRail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</a:rPr>
                        <a:t>注册 Rail 切面（调用记录落盘），框架再自动补 SecurityRail 等默认 Rail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943600"/>
            <a:ext cx="11521440" cy="731520"/>
          </a:xfrm>
          <a:prstGeom prst="roundRect">
            <a:avLst/>
          </a:prstGeom>
          <a:solidFill>
            <a:srgbClr val="FDEF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E66C00"/>
                </a:solidFill>
                <a:latin typeface="微软雅黑"/>
              </a:rPr>
              <a:t>关键理解：Skill 三参数协作关系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Skill 三参数协作：skillDirectories 决定「扫描到什么」（注册池）→ skillMode 决定「怎么呈现给 LLM」（全文注入 or 按需搜索）→ skills 决定「实际启用哪些」（白名单过滤，disabledSkills 优先排除）。AgentCard=身份元数据，Workspace=文件沙箱，HarnessFactory.createDeepAgent 完成最终组装并注入默认 Rail（SecurityRail 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基于 DeepAgent 开发 Tool —— 以 CashflowReviewTool 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摘自 examples/risk_review_cashflow/tools/CashflowReviewTool.java（继承 Tool 基类，直连 GaussDB 取数）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88720"/>
            <a:ext cx="3246120" cy="4663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</a:rPr>
              <a:t>Tool 开发四步法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1  继承 Tool 基类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public final class CashflowReviewTool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extends Tool { … }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（com.openjiuwen.core.foundation.tool.Tool）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2  构造函数传入 ToolCard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public CashflowReviewTool(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  GaussDbClient client) {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super(buildCard());   // ★ 说明书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this.client = client; // 依赖注入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3  覆写 invoke() 实现业务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invoke(inputs, kwargs)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取参 → 校验 → 取数 → 返回 Map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4  注册到 DeepAgent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agent.registerHarnessTool(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new CashflowReviewTool(dbClient));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→ LLM 即可在 ReAct 循环中调用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188720"/>
            <a:ext cx="809244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2E7D32"/>
                </a:solidFill>
                <a:latin typeface="微软雅黑"/>
              </a:rPr>
              <a:t>Step 2 代码：ToolCard + 入参 JSON Schema（决定 LLM「何时调、怎么传」）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// ToolCard = 给 LLM 看的「工具说明书」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private static ToolCard buildCard()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// 入参 JSON Schema：LLM 据此生成调用参数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Map&lt;String, Object&gt; partyId = new LinkedHashMap&lt;&gt;();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partyId.put("type", "string");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partyId.put("description",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"必填，客户号（关联 EMC 流水表主键 MAIN_CIS）");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properties.put("party_id", partyId);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properties.put("company_id", companyId);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schema.put("type", "object");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schema.put("properties", properties);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schema.put("required", List.of("party_id"));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return ToolCard.builder()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.id(TOOL_ID)        // "cashflow_review"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.name(TOOL_ID)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.description("经营流水下滑场景评估：按 party_id "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    + "查询 GaussDB EMC 经营性流水（最新 PT_DT）…")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.inputParams(schema)   // ★ 参数说明书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.build();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3611880"/>
            <a:ext cx="8092440" cy="2240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E66C00"/>
                </a:solidFill>
                <a:latin typeface="微软雅黑"/>
              </a:rPr>
              <a:t>Step 3 代码：invoke() —— 校验 → 取数 → 结构化返回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@Override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public Object invoke(Map&lt;String, Object&gt; inputs, Map&lt;String, Object&gt; kwargs)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String partyId = asText(inputs, "party_id");   // ① 取参 + trim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if (partyId.isBlank()) {                        // ② 必填二次校验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return errorPayload("party_id required");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Map&lt;String, String&gt; flow;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try {                                           // ③ 业务取数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flow = client.getEmcFlowAnalysis(partyId);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 catch (SQLException e) {                      // ④ 失败不抛异常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return errorPayload("GAUSSDB_QUERY_FAILED: " + e.getMessage());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                                               //   返回 LLM 可读错误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Map&lt;String, Object&gt; payload = new LinkedHashMap&lt;&gt;();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payload.put("success", true);                  // ⑤ 结构化返回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payload.put("operating_cashflow", flow);       //   （与 Python 版对齐）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payload.put("assessment_summary", buildSummary(flow));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return payload;  // → 进入对话历史，LLM 据此撰写复核意见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89320"/>
            <a:ext cx="11521440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2E7D32"/>
                </a:solidFill>
                <a:latin typeface="微软雅黑"/>
              </a:rPr>
              <a:t>Tool 设计要点（LLM 视角）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设计要点：① ToolCard 的 description 与参数 description 是给 LLM 看的「说明书」，决定模型何时调用、怎么传参；② required 声明必填 + invoke 内二次校验（双保险）；③ 失败不抛异常，返回 {success:false, mcp_error:…} 让 LLM 读懂失败原因并如实转述；④ 输出结构与原 Python 版逐字段对齐（success/total/operating_cashflow/…），保证语义行为一致；⑤ 依赖通过构造函数注入（GaussDbClient），工具类保持无状态；⑥ stream() 默认复用 invoke 结果即可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基于 DeepAgent 开发 Rail —— 以 SkillResultPrintRail 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摘自 examples/risk_review_cashflow/rails/SkillResultPrintRail.java（工具调用切面：参数/结果落盘审计）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88720"/>
            <a:ext cx="3246120" cy="4663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6A1B9A"/>
                </a:solidFill>
                <a:latin typeface="微软雅黑"/>
              </a:rPr>
              <a:t>Rail 开发四步法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1  继承 AgentRail 基类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public final class SkillResultPrintRail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extends AgentRail { … }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（com.openjiuwen.core.singleagent.rail.AgentRail）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2  按需覆写生命周期钩子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beforeToolCall(ctx)  // 调用前：记参数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afterToolCall(ctx)   // 调用后：记结果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（还有会话/子代理等其他钩子）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3  过滤工具类回调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if (!(ctx.getInputs() instanceof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  ToolCallInputs inputs)) {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  return;   // 非工具回调直接跳过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inputs.getToolName() / getToolArgs()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inputs.getToolResult()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4  注册到 DeepAgentConfig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.rails(List.of(new SkillResultPrintRail()))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→ ensureInitialized 时挂上回调链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188720"/>
            <a:ext cx="8092440" cy="2331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6A1B9A"/>
                </a:solidFill>
                <a:latin typeface="微软雅黑"/>
              </a:rPr>
              <a:t>Step 2/3 代码：覆写钩子 + instanceof 过滤（框架 ToolTrackingRail 同款写法）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// 钩子 ①：工具调用前 —— 记录工具名 + 参数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@Override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public void beforeToolCall(AgentCallbackContext ctx)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if (!(ctx.getInputs() instanceof ToolCallInputs inputs))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return;                       // 非工具回调跳过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appendLine(TAG + "调用工具 " + inputs.getToolName()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+ "，参数: " + inputs.getToolArgs());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}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// 钩子 ②：工具调用后 —— 记录返回结果（超长截断）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@Override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public void afterToolCall(AgentCallbackContext ctx)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if (!(ctx.getInputs() instanceof ToolCallInputs inputs))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return;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appendLine(TAG + "工具 " + inputs.getToolName()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+ " 返回结果:\n" + TAG + truncate(inputs.getToolResult()));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3657600"/>
            <a:ext cx="8092440" cy="21945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</a:rPr>
              <a:t>Step 3 代码：调用记录落盘（时间戳 + UTF-8 追加写）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// 落盘：毫秒时间戳 + UTF-8 追加写本地日志文件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private synchronized void appendLine(String message)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String line = LocalDateTime.now().format(TIMESTAMP_FORMAT)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+ " " + message + System.lineSeparator();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try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Path parent = logFile.getParent();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if (parent != null)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Files.createDirectories(parent);   // 父目录自动创建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}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Files.writeString(logFile, line, StandardCharsets.UTF_8,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    StandardOpenOption.CREATE, StandardOpenOption.APPEND);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 catch (IOException e) {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// 降级：写失败仅报 stderr，绝不影响 Agent 主流程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  System.err.println(TAG + "写入调用记录失败: " + logFile);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}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89320"/>
            <a:ext cx="11521440" cy="73152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6A1B9A"/>
                </a:solidFill>
                <a:latin typeface="微软雅黑"/>
              </a:rPr>
              <a:t>Rail 设计要点（切面视角）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设计要点：① Rail 是 AOP 切面，不侵入业务代码，加/删一行 .rails(…) 即插拔；② 钩子内不抛异常、不阻塞太久，失败一律降级（本例降级到 stderr）；③ 工具可能并行调用（maxParallelToolCalls），共享状态需加锁（本例 synchronized）；④ 可注册多个 Rail，按声明顺序形成回调链，框架还会自动注入 SecurityRail 等默认 Rail；⑤ ctx.getInputs() 是 Object，务必先 instanceof 过滤再取值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基于 DeepAgent 开发 Skill —— 以 fund_cashflow_review_skill_java 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</a:rPr>
              <a:t>Skill = 一个目录 + SKILL.md（纯 Markdown、零代码），摘自 examples/risk_review_cashflow/skills/…/SKILL.md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88720"/>
            <a:ext cx="3246120" cy="4663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2E7D32"/>
                </a:solidFill>
                <a:latin typeface="微软雅黑"/>
              </a:rPr>
              <a:t>Skill 开发五步法（零代码）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1  建目录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skills/fund_cashflow_review_skill_java/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└─ SKILL.md   （目录名 = skill 名）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2  写 front-matter 元数据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---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name: &lt;skill 名&gt;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description: &lt;一句话职责&gt;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---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3  写正文四要素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触发条件 / 工具调用契约 /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执行逻辑 / 返回字段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4  注册生效（三参数）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.skillDirectories(skills/ 父目录)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.skillMode("all")   // 全文注入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.skills(List.of("…_java"))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Step 5  运行时生效链路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LLM 调 skill_tool → 注入 SKILL.md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→ 按指引调用 cashflow_review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188720"/>
            <a:ext cx="8092440" cy="2331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2E7D32"/>
                </a:solidFill>
                <a:latin typeface="微软雅黑"/>
              </a:rPr>
              <a:t>SKILL.md（上）：front-matter + 触发条件 + 工具调用契约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---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name: fund_cashflow_review_skill_java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description: 经营流水下滑场景评估（Java tool 版）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---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# fund_cashflow_review_skill_java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## 触发条件        ← 什么时候用我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一期 COT/结论含：经营流水下滑、负现金流、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收入持续下降、长期无收入。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## 工具调用        ← 调什么工具、传什么参数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直接调用 Java 工具 `cashflow_review`：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{"party_id": "...", "company_id": "..."}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- party_id: 必填，客户号（MAIN_CIS）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- company_id: 企业ID（可选，原样透传）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3657600"/>
            <a:ext cx="8092440" cy="21945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E66C00"/>
                </a:solidFill>
                <a:latin typeface="微软雅黑"/>
              </a:rPr>
              <a:t>SKILL.md（下）：执行逻辑 + 返回字段与行为约束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## 逻辑            ← 怎么干（写给 LLM 的执行步骤）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1. 用 party_id 关联 emc.emc_llm_flow_analysis.MAIN_CIS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2. 按 PT_DT 降序取最新一行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3. 返回经营性四字段（字符串原样）+ MAIN_CIS、PT_DT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4. 无数据时 operating_cashflow 为 null，摘要提示未取到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## 返回字段        ← 拿到结果后怎么用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- operating_cashflow: 6 个事实字段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- assessment_summary: 仅陈述事实，不做「是否下滑」</a:t>
            </a:r>
          </a:p>
          <a:p>
            <a:r>
              <a:rPr sz="950">
                <a:solidFill>
                  <a:srgbClr val="333333"/>
                </a:solidFill>
                <a:latin typeface="微软雅黑"/>
              </a:rPr>
              <a:t>  布尔判断（交主复核）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89320"/>
            <a:ext cx="11521440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2E7D32"/>
                </a:solidFill>
                <a:latin typeface="微软雅黑"/>
              </a:rPr>
              <a:t>Skill 设计要点（提示词工程视角）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设计要点：① description 是路由关键——skillMode=auto_list 时 LLM 靠它判断是否检索/启用本 skill；② 指令要可执行：写清「何时触发、调哪个工具、参数从哪来、结果怎么用」，不要写成抽象描述；③ 输出契约与工具真实返回结构逐字段对齐，避免 LLM 误解数据；④ 行为约束写进正文（仅陈述事实、不做布尔判断）即可约束下游输出；⑤ skillMode=all 全文注入（确定性高、耗 token），auto_list 按需搜索（省 token），按 skill 数量权衡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